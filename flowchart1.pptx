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C10AC-A582-4B68-BB75-A8CE1667D47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99CA6-8EE3-4A9E-BDB0-BE7228D4D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99CA6-8EE3-4A9E-BDB0-BE7228D4DC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8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5FCB-4A90-02D3-E086-543AA5DE3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A7A08-9866-1C01-687A-1033A14AF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C5F2-7943-C475-0860-A4A1200B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31817-E295-5628-0913-B4E587C2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001E7-326B-E065-F51D-5BFF8F56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8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98EF-6632-3968-EA8C-FFC7861D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15B25-85F1-5314-8004-03683EFC7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A66FD-7BC9-CD5A-DFC0-62BF9EE1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7895-E6B6-C4F1-167F-0991B56B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6560B-D2E4-F79D-B289-53557B9F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4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713B-7C4D-C9AA-DDC1-EDEE3E45D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68265-B342-ABBF-D449-F915712B0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3214-19E1-0FDE-5A25-AB357889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30D89-9B95-407F-FCE1-6F822451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7C301-8FA8-5204-677E-AB3512A9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0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6753-A741-1F44-7219-91065151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7C0BF-AF7E-B62E-8EBA-D43A5DB81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859CA-CFF9-0002-BE4B-835013928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43CBD-D391-1D2E-F5CA-E240DD24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07896-938A-260F-D052-5B046474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7C40C-59C8-0569-5981-D795D22A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FAA4-8DEC-7A25-1E91-37E26CA2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84E85-8F69-9DBF-C9F8-6DD947149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B0D87-1F9B-07B1-4805-F8586ABB5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6B7A5-2724-57FA-956D-03EBA704B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7BC50-0665-C33D-A64A-513243BFA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2D7E9-42A2-784B-30AC-9FB11021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FF8B5-12CF-5872-D0E8-AB70D279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27415-DDF5-2E5B-78E1-F8BEBE3E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9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5CE9-4503-F022-2A2E-F16DBB0D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80795-13CD-5530-8DD2-574F1CB1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97739-AF7E-1DF0-F6D2-451CD62C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1B554-2413-4C85-A3C6-D20CEE65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6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E66DB-B6E7-061A-CA49-CD503289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83020-1D4B-94A9-4C9A-128C6E3E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21D06-D7C7-4E83-B5A2-DDD3D9F4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6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7536-990A-036D-177D-86EFE761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0765-1BC9-EC5E-970D-D4F2CA315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06484-0EAF-A24E-0F3E-083AFC85F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918FC-3643-3CB0-3BA0-E67C1873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F8B0A-5B72-B2FC-D6E1-97B5ACAB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4D9F-2B4F-BE61-0B34-9818AD6B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5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CE8F-D1CB-B493-2C6E-98FD619B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6F041-A1FF-A1D7-49B7-7DA4A925D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8C37E-DEA1-1BB2-203D-B579418F9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6BB1F-BC0E-24C0-61F6-53ABCB87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7674E-D29A-ED8F-72C9-4F785CF8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64D15-98BA-2B12-B9B9-E55F4279E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1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4CCF-D8DD-6A49-FFD4-31540AF6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FA273-13F7-DD04-B9FC-34440D2B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71F55-C2B3-0B09-FFE3-D01ACAD4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28DC-1F53-CFF6-0103-7A1D49C1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D2F77-1A25-35FF-7643-D2AE299F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7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3AB29-8218-22CF-9774-9C3D48A39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673BF-2A92-0B0B-4252-D245B7DC9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9EFE-ED90-610C-6E22-DB9BE1FA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52E77-6FFA-891C-282C-3ED8EBC0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1428E-B3B6-C6BC-B59F-959389C8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4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30C87-A903-BEFC-F61F-72D165FA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EF6A3-19B6-63D6-752C-B98B61E8E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E550E-F812-59D8-4110-30A696DCA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BC745-84D4-4C06-A47B-54CB13756FA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F1125-9705-06AB-9202-96674396C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CFA94-AB8C-505D-21E8-25DFE8119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6B4FE-2994-4942-B2D0-15F3325F2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4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96E7BD-D8D6-248A-7986-EDD7AC8ED128}"/>
              </a:ext>
            </a:extLst>
          </p:cNvPr>
          <p:cNvSpPr txBox="1"/>
          <p:nvPr/>
        </p:nvSpPr>
        <p:spPr>
          <a:xfrm>
            <a:off x="8555205" y="4124204"/>
            <a:ext cx="346453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quantile ~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Winf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D8EC4-E8BD-C083-849F-2B13BA5FE248}"/>
              </a:ext>
            </a:extLst>
          </p:cNvPr>
          <p:cNvSpPr txBox="1"/>
          <p:nvPr/>
        </p:nvSpPr>
        <p:spPr>
          <a:xfrm>
            <a:off x="134473" y="4986760"/>
            <a:ext cx="338746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quantile ~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Linf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2A1E10-6F53-C399-673D-F0200980A518}"/>
              </a:ext>
            </a:extLst>
          </p:cNvPr>
          <p:cNvSpPr txBox="1"/>
          <p:nvPr/>
        </p:nvSpPr>
        <p:spPr>
          <a:xfrm>
            <a:off x="4671839" y="4115617"/>
            <a:ext cx="210660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~ 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144CE-3866-325D-AC32-AE1A90A6729B}"/>
              </a:ext>
            </a:extLst>
          </p:cNvPr>
          <p:cNvSpPr txBox="1"/>
          <p:nvPr/>
        </p:nvSpPr>
        <p:spPr>
          <a:xfrm>
            <a:off x="2176596" y="4115616"/>
            <a:ext cx="181434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Linf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Area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C81B23-2645-5604-3090-5B304B87190A}"/>
              </a:ext>
            </a:extLst>
          </p:cNvPr>
          <p:cNvGrpSpPr/>
          <p:nvPr/>
        </p:nvGrpSpPr>
        <p:grpSpPr>
          <a:xfrm>
            <a:off x="3824777" y="5482299"/>
            <a:ext cx="1100718" cy="633425"/>
            <a:chOff x="3785635" y="5705225"/>
            <a:chExt cx="880787" cy="47016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4AB45F-52C8-7055-9E24-F183C175650F}"/>
                </a:ext>
              </a:extLst>
            </p:cNvPr>
            <p:cNvSpPr txBox="1"/>
            <p:nvPr/>
          </p:nvSpPr>
          <p:spPr>
            <a:xfrm>
              <a:off x="3978674" y="5746125"/>
              <a:ext cx="687748" cy="38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9B8BC6E-447B-7D74-2C70-0D2D1A69B9BF}"/>
                </a:ext>
              </a:extLst>
            </p:cNvPr>
            <p:cNvSpPr/>
            <p:nvPr/>
          </p:nvSpPr>
          <p:spPr>
            <a:xfrm>
              <a:off x="3785635" y="5705225"/>
              <a:ext cx="799524" cy="470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7C0241-FDE6-D1AC-B49C-E7916439EAE2}"/>
              </a:ext>
            </a:extLst>
          </p:cNvPr>
          <p:cNvGrpSpPr/>
          <p:nvPr/>
        </p:nvGrpSpPr>
        <p:grpSpPr>
          <a:xfrm>
            <a:off x="8955439" y="5509982"/>
            <a:ext cx="942055" cy="958077"/>
            <a:chOff x="7826663" y="5585369"/>
            <a:chExt cx="799524" cy="76283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B91F19-8121-084F-3380-4EBEE2DB3080}"/>
                </a:ext>
              </a:extLst>
            </p:cNvPr>
            <p:cNvSpPr txBox="1"/>
            <p:nvPr/>
          </p:nvSpPr>
          <p:spPr>
            <a:xfrm>
              <a:off x="7942956" y="5588530"/>
              <a:ext cx="605682" cy="759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A96566-79B1-4A87-E6C5-E125B40F7049}"/>
                </a:ext>
              </a:extLst>
            </p:cNvPr>
            <p:cNvSpPr/>
            <p:nvPr/>
          </p:nvSpPr>
          <p:spPr>
            <a:xfrm>
              <a:off x="7826663" y="5585369"/>
              <a:ext cx="799524" cy="4701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908FA4-F25D-1CF2-619A-6FC0091F8C47}"/>
              </a:ext>
            </a:extLst>
          </p:cNvPr>
          <p:cNvGrpSpPr/>
          <p:nvPr/>
        </p:nvGrpSpPr>
        <p:grpSpPr>
          <a:xfrm>
            <a:off x="578122" y="1764009"/>
            <a:ext cx="3075476" cy="651426"/>
            <a:chOff x="152400" y="1808095"/>
            <a:chExt cx="2154040" cy="42909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76828-32BF-9A9C-F85A-0507B9CE47DE}"/>
                </a:ext>
              </a:extLst>
            </p:cNvPr>
            <p:cNvSpPr txBox="1"/>
            <p:nvPr/>
          </p:nvSpPr>
          <p:spPr>
            <a:xfrm>
              <a:off x="400840" y="1820116"/>
              <a:ext cx="1905600" cy="4170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 quantile</a:t>
              </a: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15C8FD8-4BE8-C2BE-DC53-681A057ACC5A}"/>
                </a:ext>
              </a:extLst>
            </p:cNvPr>
            <p:cNvSpPr/>
            <p:nvPr/>
          </p:nvSpPr>
          <p:spPr>
            <a:xfrm>
              <a:off x="152400" y="1808095"/>
              <a:ext cx="2092960" cy="421041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574220-80EB-AC34-ECC5-6509B24A2A56}"/>
              </a:ext>
            </a:extLst>
          </p:cNvPr>
          <p:cNvGrpSpPr/>
          <p:nvPr/>
        </p:nvGrpSpPr>
        <p:grpSpPr>
          <a:xfrm>
            <a:off x="2633210" y="3045423"/>
            <a:ext cx="1330554" cy="658211"/>
            <a:chOff x="2986193" y="1858510"/>
            <a:chExt cx="975523" cy="43768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DF0863-747C-3335-A585-250319A1769D}"/>
                </a:ext>
              </a:extLst>
            </p:cNvPr>
            <p:cNvSpPr txBox="1"/>
            <p:nvPr/>
          </p:nvSpPr>
          <p:spPr>
            <a:xfrm>
              <a:off x="3144804" y="1877953"/>
              <a:ext cx="776983" cy="418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Area</a:t>
              </a:r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EB3C4E66-9A7B-F7D7-D6C7-BFFAA0032FA3}"/>
                </a:ext>
              </a:extLst>
            </p:cNvPr>
            <p:cNvSpPr/>
            <p:nvPr/>
          </p:nvSpPr>
          <p:spPr>
            <a:xfrm>
              <a:off x="2986193" y="1858510"/>
              <a:ext cx="975523" cy="421041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698ECA-CE16-772A-5967-08A36D8DE37F}"/>
              </a:ext>
            </a:extLst>
          </p:cNvPr>
          <p:cNvGrpSpPr/>
          <p:nvPr/>
        </p:nvGrpSpPr>
        <p:grpSpPr>
          <a:xfrm>
            <a:off x="4058236" y="1446876"/>
            <a:ext cx="1316409" cy="597983"/>
            <a:chOff x="4436551" y="1957784"/>
            <a:chExt cx="975523" cy="4210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F2CA3C-C3CD-5BB0-06F4-984ED6A1516B}"/>
                </a:ext>
              </a:extLst>
            </p:cNvPr>
            <p:cNvSpPr txBox="1"/>
            <p:nvPr/>
          </p:nvSpPr>
          <p:spPr>
            <a:xfrm>
              <a:off x="4590419" y="1957784"/>
              <a:ext cx="683282" cy="3684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Ages</a:t>
              </a:r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68E6B4DF-EF5D-19EB-E99B-2B39CC0F0388}"/>
                </a:ext>
              </a:extLst>
            </p:cNvPr>
            <p:cNvSpPr/>
            <p:nvPr/>
          </p:nvSpPr>
          <p:spPr>
            <a:xfrm>
              <a:off x="4436551" y="1957784"/>
              <a:ext cx="975523" cy="421041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28781D-0D2D-336E-646D-08A73A5F43F3}"/>
              </a:ext>
            </a:extLst>
          </p:cNvPr>
          <p:cNvGrpSpPr/>
          <p:nvPr/>
        </p:nvGrpSpPr>
        <p:grpSpPr>
          <a:xfrm>
            <a:off x="5402734" y="469644"/>
            <a:ext cx="1712271" cy="611569"/>
            <a:chOff x="5499196" y="1966906"/>
            <a:chExt cx="1226325" cy="4210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E562BC-C4FB-A843-8FD3-63B66559A1A4}"/>
                </a:ext>
              </a:extLst>
            </p:cNvPr>
            <p:cNvSpPr txBox="1"/>
            <p:nvPr/>
          </p:nvSpPr>
          <p:spPr>
            <a:xfrm>
              <a:off x="5645637" y="1983890"/>
              <a:ext cx="960015" cy="360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Lengths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6CEB0CA8-7687-2637-E595-A0C2D7F2F5E0}"/>
                </a:ext>
              </a:extLst>
            </p:cNvPr>
            <p:cNvSpPr/>
            <p:nvPr/>
          </p:nvSpPr>
          <p:spPr>
            <a:xfrm>
              <a:off x="5499196" y="1966906"/>
              <a:ext cx="1226325" cy="421041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F33CC8-80CB-1F93-B842-98A5051DCABD}"/>
              </a:ext>
            </a:extLst>
          </p:cNvPr>
          <p:cNvGrpSpPr/>
          <p:nvPr/>
        </p:nvGrpSpPr>
        <p:grpSpPr>
          <a:xfrm>
            <a:off x="7639530" y="463074"/>
            <a:ext cx="1712271" cy="620502"/>
            <a:chOff x="6831373" y="2020000"/>
            <a:chExt cx="1398910" cy="4210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1E9AE8-544E-9621-E09D-50531BD7676A}"/>
                </a:ext>
              </a:extLst>
            </p:cNvPr>
            <p:cNvSpPr txBox="1"/>
            <p:nvPr/>
          </p:nvSpPr>
          <p:spPr>
            <a:xfrm>
              <a:off x="7021711" y="2038839"/>
              <a:ext cx="1103083" cy="355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Weights</a:t>
              </a: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11A3CD44-3A91-6270-06E9-B0E3E5AE6692}"/>
                </a:ext>
              </a:extLst>
            </p:cNvPr>
            <p:cNvSpPr/>
            <p:nvPr/>
          </p:nvSpPr>
          <p:spPr>
            <a:xfrm>
              <a:off x="6831373" y="2020000"/>
              <a:ext cx="1398910" cy="421041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FDF38BC-46C5-11FF-DC51-28B376B63DF6}"/>
              </a:ext>
            </a:extLst>
          </p:cNvPr>
          <p:cNvGrpSpPr/>
          <p:nvPr/>
        </p:nvGrpSpPr>
        <p:grpSpPr>
          <a:xfrm>
            <a:off x="8865908" y="2260155"/>
            <a:ext cx="3010380" cy="617952"/>
            <a:chOff x="10193528" y="1647989"/>
            <a:chExt cx="1982322" cy="42327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5F097C-D7D8-008B-2808-99E0F0D0A5C5}"/>
                </a:ext>
              </a:extLst>
            </p:cNvPr>
            <p:cNvSpPr txBox="1"/>
            <p:nvPr/>
          </p:nvSpPr>
          <p:spPr>
            <a:xfrm>
              <a:off x="10311910" y="1659037"/>
              <a:ext cx="1863940" cy="412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 quantile</a:t>
              </a: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DF26BC5C-DB5B-8231-4D2A-57A71E453E31}"/>
                </a:ext>
              </a:extLst>
            </p:cNvPr>
            <p:cNvSpPr/>
            <p:nvPr/>
          </p:nvSpPr>
          <p:spPr>
            <a:xfrm>
              <a:off x="10193528" y="1647989"/>
              <a:ext cx="1846072" cy="421041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C4F8F3B-7B8E-EF57-E14B-E31E993AFD49}"/>
              </a:ext>
            </a:extLst>
          </p:cNvPr>
          <p:cNvCxnSpPr>
            <a:cxnSpLocks/>
          </p:cNvCxnSpPr>
          <p:nvPr/>
        </p:nvCxnSpPr>
        <p:spPr>
          <a:xfrm>
            <a:off x="4794618" y="5676900"/>
            <a:ext cx="421735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3A869076-A742-311B-A32D-DD746C0E4E18}"/>
              </a:ext>
            </a:extLst>
          </p:cNvPr>
          <p:cNvCxnSpPr>
            <a:cxnSpLocks/>
            <a:stCxn id="22" idx="2"/>
            <a:endCxn id="11" idx="0"/>
          </p:cNvCxnSpPr>
          <p:nvPr/>
        </p:nvCxnSpPr>
        <p:spPr>
          <a:xfrm>
            <a:off x="3884617" y="3362014"/>
            <a:ext cx="3330283" cy="2181314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D4CB943-D65D-9BBC-A947-A0ECEA55F6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03279" y="2826536"/>
            <a:ext cx="4468684" cy="978036"/>
          </a:xfrm>
          <a:prstGeom prst="bentConnector3">
            <a:avLst>
              <a:gd name="adj1" fmla="val 46939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176AAA9-1425-9A84-AA6B-2890C2C6E62D}"/>
              </a:ext>
            </a:extLst>
          </p:cNvPr>
          <p:cNvCxnSpPr>
            <a:cxnSpLocks/>
            <a:stCxn id="25" idx="4"/>
          </p:cNvCxnSpPr>
          <p:nvPr/>
        </p:nvCxnSpPr>
        <p:spPr>
          <a:xfrm rot="5400000">
            <a:off x="5829547" y="2883776"/>
            <a:ext cx="4466323" cy="865917"/>
          </a:xfrm>
          <a:prstGeom prst="bentConnector3">
            <a:avLst>
              <a:gd name="adj1" fmla="val 50995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3A15BCD-F278-4710-E755-99A601659B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9864" y="2784139"/>
            <a:ext cx="2059666" cy="590157"/>
          </a:xfrm>
          <a:prstGeom prst="bentConnector3">
            <a:avLst>
              <a:gd name="adj1" fmla="val 22394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BD701A5-4C99-003F-1B45-8830380A8865}"/>
              </a:ext>
            </a:extLst>
          </p:cNvPr>
          <p:cNvCxnSpPr>
            <a:cxnSpLocks/>
          </p:cNvCxnSpPr>
          <p:nvPr/>
        </p:nvCxnSpPr>
        <p:spPr>
          <a:xfrm rot="5400000">
            <a:off x="4222356" y="2436063"/>
            <a:ext cx="3027836" cy="318137"/>
          </a:xfrm>
          <a:prstGeom prst="bentConnector3">
            <a:avLst>
              <a:gd name="adj1" fmla="val 47299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A9097AD-7E83-4361-A538-A7D0DA6D0C18}"/>
              </a:ext>
            </a:extLst>
          </p:cNvPr>
          <p:cNvCxnSpPr>
            <a:cxnSpLocks/>
            <a:stCxn id="6" idx="2"/>
            <a:endCxn id="17" idx="2"/>
          </p:cNvCxnSpPr>
          <p:nvPr/>
        </p:nvCxnSpPr>
        <p:spPr>
          <a:xfrm rot="16200000" flipH="1">
            <a:off x="2681976" y="4656210"/>
            <a:ext cx="289032" cy="1996572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E22E18EB-B306-1C45-6A00-58EADB286F20}"/>
              </a:ext>
            </a:extLst>
          </p:cNvPr>
          <p:cNvCxnSpPr>
            <a:cxnSpLocks/>
            <a:stCxn id="5" idx="2"/>
            <a:endCxn id="18" idx="6"/>
          </p:cNvCxnSpPr>
          <p:nvPr/>
        </p:nvCxnSpPr>
        <p:spPr>
          <a:xfrm rot="5400000">
            <a:off x="9513582" y="5031336"/>
            <a:ext cx="1157805" cy="38998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2D504A4E-4C49-E502-6DD4-35331D751A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62070" y="778068"/>
            <a:ext cx="3606929" cy="995151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3C0A8813-AC63-8169-3E42-D695C1E8FC3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990939" y="4377226"/>
            <a:ext cx="222897" cy="1130712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CC9DD96D-ED52-E53E-909A-2466CBC5110C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4451039" y="4377226"/>
            <a:ext cx="220801" cy="1130711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Arrow: Circular 133">
            <a:extLst>
              <a:ext uri="{FF2B5EF4-FFF2-40B4-BE49-F238E27FC236}">
                <a16:creationId xmlns:a16="http://schemas.microsoft.com/office/drawing/2014/main" id="{F9F33821-D2EC-EC9B-1E79-5BB1136E00A8}"/>
              </a:ext>
            </a:extLst>
          </p:cNvPr>
          <p:cNvSpPr/>
          <p:nvPr/>
        </p:nvSpPr>
        <p:spPr>
          <a:xfrm rot="11198997">
            <a:off x="7222390" y="5931130"/>
            <a:ext cx="397397" cy="464612"/>
          </a:xfrm>
          <a:prstGeom prst="circular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2CDADB-4C37-BAC8-0613-7CA422328E26}"/>
              </a:ext>
            </a:extLst>
          </p:cNvPr>
          <p:cNvSpPr txBox="1"/>
          <p:nvPr/>
        </p:nvSpPr>
        <p:spPr>
          <a:xfrm>
            <a:off x="6799378" y="6281655"/>
            <a:ext cx="142859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lakes</a:t>
            </a:r>
          </a:p>
        </p:txBody>
      </p:sp>
      <p:sp>
        <p:nvSpPr>
          <p:cNvPr id="137" name="Arrow: Circular 136">
            <a:extLst>
              <a:ext uri="{FF2B5EF4-FFF2-40B4-BE49-F238E27FC236}">
                <a16:creationId xmlns:a16="http://schemas.microsoft.com/office/drawing/2014/main" id="{B4E57D27-262D-4C76-3EEC-E5DB2B714BDF}"/>
              </a:ext>
            </a:extLst>
          </p:cNvPr>
          <p:cNvSpPr/>
          <p:nvPr/>
        </p:nvSpPr>
        <p:spPr>
          <a:xfrm rot="11051968">
            <a:off x="5296999" y="4480657"/>
            <a:ext cx="397397" cy="444705"/>
          </a:xfrm>
          <a:prstGeom prst="circular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C3FD806-3CA7-1F9B-AA60-755015B58D38}"/>
              </a:ext>
            </a:extLst>
          </p:cNvPr>
          <p:cNvSpPr txBox="1"/>
          <p:nvPr/>
        </p:nvSpPr>
        <p:spPr>
          <a:xfrm>
            <a:off x="4892906" y="4811958"/>
            <a:ext cx="142859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lakes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52748FA-DC7F-9BDB-BB2D-AD6652B19C8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1828206" y="2424864"/>
            <a:ext cx="28111" cy="256189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14E4AE8-BAF1-8412-C08A-ADEF6725C4A0}"/>
              </a:ext>
            </a:extLst>
          </p:cNvPr>
          <p:cNvCxnSpPr>
            <a:cxnSpLocks/>
            <a:stCxn id="26" idx="4"/>
            <a:endCxn id="5" idx="0"/>
          </p:cNvCxnSpPr>
          <p:nvPr/>
        </p:nvCxnSpPr>
        <p:spPr>
          <a:xfrm>
            <a:off x="10267644" y="2874847"/>
            <a:ext cx="19830" cy="124935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3664C6F-B94F-BF45-AAC8-EFBEC21301BC}"/>
              </a:ext>
            </a:extLst>
          </p:cNvPr>
          <p:cNvCxnSpPr>
            <a:cxnSpLocks/>
            <a:stCxn id="22" idx="4"/>
          </p:cNvCxnSpPr>
          <p:nvPr/>
        </p:nvCxnSpPr>
        <p:spPr>
          <a:xfrm flipH="1">
            <a:off x="3284998" y="3678600"/>
            <a:ext cx="13489" cy="43701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55B9BF1-AC5F-4422-C722-282E3233E70B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9274238" y="773323"/>
            <a:ext cx="993405" cy="1486832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F410FB-BE61-C6CB-4DC4-83385753C295}"/>
              </a:ext>
            </a:extLst>
          </p:cNvPr>
          <p:cNvCxnSpPr>
            <a:cxnSpLocks/>
          </p:cNvCxnSpPr>
          <p:nvPr/>
        </p:nvCxnSpPr>
        <p:spPr>
          <a:xfrm flipH="1">
            <a:off x="4794618" y="5909683"/>
            <a:ext cx="416082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0BFDA7-B055-A5DC-BE10-7870FF5E73CA}"/>
              </a:ext>
            </a:extLst>
          </p:cNvPr>
          <p:cNvSpPr txBox="1"/>
          <p:nvPr/>
        </p:nvSpPr>
        <p:spPr>
          <a:xfrm>
            <a:off x="5945610" y="5543328"/>
            <a:ext cx="253858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~ Length</a:t>
            </a:r>
          </a:p>
        </p:txBody>
      </p:sp>
    </p:spTree>
    <p:extLst>
      <p:ext uri="{BB962C8B-B14F-4D97-AF65-F5344CB8AC3E}">
        <p14:creationId xmlns:p14="http://schemas.microsoft.com/office/powerpoint/2010/main" val="32234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1152</TotalTime>
  <Words>35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State of Alaska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Tyers, Matt B (DFG)</dc:creator>
  <cp:lastModifiedBy>Tyers, Matt B (DFG)</cp:lastModifiedBy>
  <cp:revision>19</cp:revision>
  <dcterms:created xsi:type="dcterms:W3CDTF">2026-05-29T19:25:08Z</dcterms:created>
  <dcterms:modified xsi:type="dcterms:W3CDTF">2026-05-30T18:07:03Z</dcterms:modified>
</cp:coreProperties>
</file>